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5486400"/>
  <p:notesSz cx="5486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94.7075486174952</c:v>
                </c:pt>
                <c:pt idx="1">
                  <c:v>94.7075486174952</c:v>
                </c:pt>
                <c:pt idx="2">
                  <c:v>94.7075486174952</c:v>
                </c:pt>
                <c:pt idx="3">
                  <c:v>94.7075486174952</c:v>
                </c:pt>
                <c:pt idx="4">
                  <c:v>94.7075486174952</c:v>
                </c:pt>
                <c:pt idx="5">
                  <c:v>94.7075486174952</c:v>
                </c:pt>
                <c:pt idx="6">
                  <c:v>94.7075486174952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94.7075486174952</c:v>
                </c:pt>
                <c:pt idx="1">
                  <c:v>94.7075486174952</c:v>
                </c:pt>
                <c:pt idx="2">
                  <c:v>94.7075486174952</c:v>
                </c:pt>
                <c:pt idx="3">
                  <c:v>94.7075486174952</c:v>
                </c:pt>
                <c:pt idx="4">
                  <c:v>94.7075486174952</c:v>
                </c:pt>
                <c:pt idx="5">
                  <c:v>94.7075486174952</c:v>
                </c:pt>
                <c:pt idx="6">
                  <c:v>94.7075486174952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94.7075486174952</c:v>
                </c:pt>
                <c:pt idx="1">
                  <c:v>94.7075486174952</c:v>
                </c:pt>
                <c:pt idx="2">
                  <c:v>94.7075486174952</c:v>
                </c:pt>
                <c:pt idx="3">
                  <c:v>94.7075486174952</c:v>
                </c:pt>
                <c:pt idx="4">
                  <c:v>94.7075486174952</c:v>
                </c:pt>
                <c:pt idx="5">
                  <c:v>94.7075486174952</c:v>
                </c:pt>
                <c:pt idx="6">
                  <c:v>94.7075486174952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94.7075486174952</c:v>
                </c:pt>
                <c:pt idx="1">
                  <c:v>94.7075486174952</c:v>
                </c:pt>
                <c:pt idx="2">
                  <c:v>94.7075486174952</c:v>
                </c:pt>
                <c:pt idx="3">
                  <c:v>94.7075486174952</c:v>
                </c:pt>
                <c:pt idx="4">
                  <c:v>94.7075486174952</c:v>
                </c:pt>
                <c:pt idx="5">
                  <c:v>94.7075486174952</c:v>
                </c:pt>
                <c:pt idx="6">
                  <c:v>94.97312538019983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one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94.60000000000001"/>
        <c:auto val="1"/>
        <c:lblAlgn val="ctr"/>
        <c:noMultiLvlLbl val="1"/>
        <c:majorUnit val="2"/>
      </c:valAx>
      <c:valAx>
        <c:axId val="2094734552"/>
        <c:scaling>
          <c:orientation val="minMax"/>
          <c:max val="95.2"/>
          <c:min val="94.60000000000001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0.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66.72222222222223</c:v>
                </c:pt>
                <c:pt idx="1">
                  <c:v>66.72222222222223</c:v>
                </c:pt>
                <c:pt idx="2">
                  <c:v>66.72222222222223</c:v>
                </c:pt>
                <c:pt idx="3">
                  <c:v>66.72222222222223</c:v>
                </c:pt>
                <c:pt idx="4">
                  <c:v>66.72222222222223</c:v>
                </c:pt>
                <c:pt idx="5">
                  <c:v>66.72222222222223</c:v>
                </c:pt>
                <c:pt idx="6">
                  <c:v>66.72222222222223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66.72222222222223</c:v>
                </c:pt>
                <c:pt idx="1">
                  <c:v>66.72222222222223</c:v>
                </c:pt>
                <c:pt idx="2">
                  <c:v>66.72222222222223</c:v>
                </c:pt>
                <c:pt idx="3">
                  <c:v>66.72222222222223</c:v>
                </c:pt>
                <c:pt idx="4">
                  <c:v>66.72222222222223</c:v>
                </c:pt>
                <c:pt idx="5">
                  <c:v>66.72222222222223</c:v>
                </c:pt>
                <c:pt idx="6">
                  <c:v>66.72222222222223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66.72222222222223</c:v>
                </c:pt>
                <c:pt idx="1">
                  <c:v>66.72222222222223</c:v>
                </c:pt>
                <c:pt idx="2">
                  <c:v>66.72222222222223</c:v>
                </c:pt>
                <c:pt idx="3">
                  <c:v>66.72222222222223</c:v>
                </c:pt>
                <c:pt idx="4">
                  <c:v>66.72222222222223</c:v>
                </c:pt>
                <c:pt idx="5">
                  <c:v>66.72222222222223</c:v>
                </c:pt>
                <c:pt idx="6">
                  <c:v>66.72222222222223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66.72222222222223</c:v>
                </c:pt>
                <c:pt idx="1">
                  <c:v>66.72222222222223</c:v>
                </c:pt>
                <c:pt idx="2">
                  <c:v>66.72222222222223</c:v>
                </c:pt>
                <c:pt idx="3">
                  <c:v>66.72222222222223</c:v>
                </c:pt>
                <c:pt idx="4">
                  <c:v>66.72222222222223</c:v>
                </c:pt>
                <c:pt idx="5">
                  <c:v>66.72222222222223</c:v>
                </c:pt>
                <c:pt idx="6">
                  <c:v>66.72222222222223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one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66"/>
        <c:auto val="1"/>
        <c:lblAlgn val="ctr"/>
        <c:noMultiLvlLbl val="1"/>
        <c:majorUnit val="2"/>
      </c:valAx>
      <c:valAx>
        <c:axId val="2094734552"/>
        <c:scaling>
          <c:orientation val="minMax"/>
          <c:max val="68"/>
          <c:min val="66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23.651867296834332</c:v>
                </c:pt>
                <c:pt idx="1">
                  <c:v>23.651867296834332</c:v>
                </c:pt>
                <c:pt idx="2">
                  <c:v>23.651867296834332</c:v>
                </c:pt>
                <c:pt idx="3">
                  <c:v>23.651867296834332</c:v>
                </c:pt>
                <c:pt idx="4">
                  <c:v>23.651867296834332</c:v>
                </c:pt>
                <c:pt idx="5">
                  <c:v>23.651867296834332</c:v>
                </c:pt>
                <c:pt idx="6">
                  <c:v>23.651867296834332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23.651867296834332</c:v>
                </c:pt>
                <c:pt idx="1">
                  <c:v>23.651867296834332</c:v>
                </c:pt>
                <c:pt idx="2">
                  <c:v>23.651867296834332</c:v>
                </c:pt>
                <c:pt idx="3">
                  <c:v>23.651867296834332</c:v>
                </c:pt>
                <c:pt idx="4">
                  <c:v>23.651867296834332</c:v>
                </c:pt>
                <c:pt idx="5">
                  <c:v>23.651867296834332</c:v>
                </c:pt>
                <c:pt idx="6">
                  <c:v>23.651867296834332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23.651867296834332</c:v>
                </c:pt>
                <c:pt idx="1">
                  <c:v>23.651867296834332</c:v>
                </c:pt>
                <c:pt idx="2">
                  <c:v>23.651867296834332</c:v>
                </c:pt>
                <c:pt idx="3">
                  <c:v>23.741393464453807</c:v>
                </c:pt>
                <c:pt idx="4">
                  <c:v>23.741393464453807</c:v>
                </c:pt>
                <c:pt idx="5">
                  <c:v>23.741393464453807</c:v>
                </c:pt>
                <c:pt idx="6">
                  <c:v>24.035009059286445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23.651867296834332</c:v>
                </c:pt>
                <c:pt idx="1">
                  <c:v>23.651867296834332</c:v>
                </c:pt>
                <c:pt idx="2">
                  <c:v>23.651867296834332</c:v>
                </c:pt>
                <c:pt idx="3">
                  <c:v>24.035009059286445</c:v>
                </c:pt>
                <c:pt idx="4">
                  <c:v>24.035009059286445</c:v>
                </c:pt>
                <c:pt idx="5">
                  <c:v>24.035009059286445</c:v>
                </c:pt>
                <c:pt idx="6">
                  <c:v>24.035009059286445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one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23.6"/>
        <c:auto val="1"/>
        <c:lblAlgn val="ctr"/>
        <c:noMultiLvlLbl val="1"/>
        <c:majorUnit val="2"/>
      </c:valAx>
      <c:valAx>
        <c:axId val="2094734552"/>
        <c:scaling>
          <c:orientation val="minMax"/>
          <c:max val="24.200000000000003"/>
          <c:min val="23.6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0.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40</c:v>
                </c:pt>
                <c:pt idx="2">
                  <c:v>42.00000000000001</c:v>
                </c:pt>
                <c:pt idx="3">
                  <c:v>42.00000000000001</c:v>
                </c:pt>
                <c:pt idx="4">
                  <c:v>51.7</c:v>
                </c:pt>
                <c:pt idx="5">
                  <c:v>51.7</c:v>
                </c:pt>
                <c:pt idx="6">
                  <c:v>51.7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40</c:v>
                </c:pt>
                <c:pt idx="2">
                  <c:v>42.00000000000001</c:v>
                </c:pt>
                <c:pt idx="3">
                  <c:v>51.7</c:v>
                </c:pt>
                <c:pt idx="4">
                  <c:v>51.7</c:v>
                </c:pt>
                <c:pt idx="5">
                  <c:v>51.7</c:v>
                </c:pt>
                <c:pt idx="6">
                  <c:v>51.7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52.1</c:v>
                </c:pt>
                <c:pt idx="6">
                  <c:v>52.1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40</c:v>
                </c:pt>
                <c:pt idx="1">
                  <c:v>40</c:v>
                </c:pt>
                <c:pt idx="2">
                  <c:v>42.00000000000001</c:v>
                </c:pt>
                <c:pt idx="3">
                  <c:v>42.00000000000001</c:v>
                </c:pt>
                <c:pt idx="4">
                  <c:v>42.00000000000001</c:v>
                </c:pt>
                <c:pt idx="5">
                  <c:v>51.7</c:v>
                </c:pt>
                <c:pt idx="6">
                  <c:v>51.7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one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30"/>
        <c:auto val="1"/>
        <c:lblAlgn val="ctr"/>
        <c:noMultiLvlLbl val="1"/>
        <c:majorUnit val="2"/>
      </c:valAx>
      <c:valAx>
        <c:axId val="2094734552"/>
        <c:scaling>
          <c:orientation val="minMax"/>
          <c:max val="60"/>
          <c:min val="3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xVal>
          <c:yVal>
            <c:numRef>
              <c:f>Sheet1!$E$2:$E$8</c:f>
              <c:numCache>
                <c:formatCode>General</c:formatCode>
                <c:ptCount val="7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one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29"/>
        <c:auto val="1"/>
        <c:lblAlgn val="ctr"/>
        <c:noMultiLvlLbl val="1"/>
        <c:majorUnit val="2"/>
      </c:valAx>
      <c:valAx>
        <c:axId val="2094734552"/>
        <c:scaling>
          <c:orientation val="minMax"/>
          <c:max val="31"/>
          <c:min val="29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1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94.26791655664114</c:v>
                </c:pt>
                <c:pt idx="1">
                  <c:v>94.26791655664114</c:v>
                </c:pt>
                <c:pt idx="2">
                  <c:v>94.26791655664114</c:v>
                </c:pt>
                <c:pt idx="3">
                  <c:v>94.26791655664114</c:v>
                </c:pt>
                <c:pt idx="4">
                  <c:v>94.26791655664114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94.26791655664114</c:v>
                </c:pt>
                <c:pt idx="1">
                  <c:v>94.26791655664114</c:v>
                </c:pt>
                <c:pt idx="2">
                  <c:v>94.26791655664114</c:v>
                </c:pt>
                <c:pt idx="3">
                  <c:v>94.26791655664114</c:v>
                </c:pt>
                <c:pt idx="4">
                  <c:v>94.26791655664114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94.26791655664114</c:v>
                </c:pt>
                <c:pt idx="1">
                  <c:v>94.26791655664114</c:v>
                </c:pt>
                <c:pt idx="2">
                  <c:v>94.26791655664114</c:v>
                </c:pt>
                <c:pt idx="3">
                  <c:v>94.26791655664114</c:v>
                </c:pt>
                <c:pt idx="4">
                  <c:v>94.26791655664114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>94.26791655664114</c:v>
                </c:pt>
                <c:pt idx="1">
                  <c:v>94.26791655664114</c:v>
                </c:pt>
                <c:pt idx="2">
                  <c:v>94.26791655664114</c:v>
                </c:pt>
                <c:pt idx="3">
                  <c:v>94.26791655664114</c:v>
                </c:pt>
                <c:pt idx="4">
                  <c:v>94.60002640612622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94.2"/>
        <c:auto val="1"/>
        <c:lblAlgn val="ctr"/>
        <c:noMultiLvlLbl val="1"/>
        <c:majorUnit val="2"/>
      </c:valAx>
      <c:valAx>
        <c:axId val="2094734552"/>
        <c:scaling>
          <c:orientation val="minMax"/>
          <c:max val="94.80000000000001"/>
          <c:min val="94.2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.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0.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37.274108803093334</c:v>
                </c:pt>
                <c:pt idx="1">
                  <c:v>37.274108803093334</c:v>
                </c:pt>
                <c:pt idx="2">
                  <c:v>37.274108803093334</c:v>
                </c:pt>
                <c:pt idx="3">
                  <c:v>37.274108803093334</c:v>
                </c:pt>
                <c:pt idx="4">
                  <c:v>37.274108803093334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37.274108803093334</c:v>
                </c:pt>
                <c:pt idx="1">
                  <c:v>37.274108803093334</c:v>
                </c:pt>
                <c:pt idx="2">
                  <c:v>37.274108803093334</c:v>
                </c:pt>
                <c:pt idx="3">
                  <c:v>37.274108803093334</c:v>
                </c:pt>
                <c:pt idx="4">
                  <c:v>37.274108803093334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37.274108803093334</c:v>
                </c:pt>
                <c:pt idx="1">
                  <c:v>37.274108803093334</c:v>
                </c:pt>
                <c:pt idx="2">
                  <c:v>37.274108803093334</c:v>
                </c:pt>
                <c:pt idx="3">
                  <c:v>37.274108803093334</c:v>
                </c:pt>
                <c:pt idx="4">
                  <c:v>37.274108803093334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>37.274108803093334</c:v>
                </c:pt>
                <c:pt idx="1">
                  <c:v>37.274108803093334</c:v>
                </c:pt>
                <c:pt idx="2">
                  <c:v>37.274108803093334</c:v>
                </c:pt>
                <c:pt idx="3">
                  <c:v>37.274108803093334</c:v>
                </c:pt>
                <c:pt idx="4">
                  <c:v>37.274108803093334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37"/>
        <c:auto val="1"/>
        <c:lblAlgn val="ctr"/>
        <c:noMultiLvlLbl val="1"/>
        <c:majorUnit val="2"/>
      </c:valAx>
      <c:valAx>
        <c:axId val="2094734552"/>
        <c:scaling>
          <c:orientation val="minMax"/>
          <c:max val="38"/>
          <c:min val="37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1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31.4954912555719</c:v>
                </c:pt>
                <c:pt idx="1">
                  <c:v>31.4954912555719</c:v>
                </c:pt>
                <c:pt idx="2">
                  <c:v>31.4954912555719</c:v>
                </c:pt>
                <c:pt idx="3">
                  <c:v>31.4954912555719</c:v>
                </c:pt>
                <c:pt idx="4">
                  <c:v>31.4954912555719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31.4954912555719</c:v>
                </c:pt>
                <c:pt idx="1">
                  <c:v>31.4954912555719</c:v>
                </c:pt>
                <c:pt idx="2">
                  <c:v>31.4954912555719</c:v>
                </c:pt>
                <c:pt idx="3">
                  <c:v>31.4954912555719</c:v>
                </c:pt>
                <c:pt idx="4">
                  <c:v>31.4954912555719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31.4954912555719</c:v>
                </c:pt>
                <c:pt idx="1">
                  <c:v>31.4954912555719</c:v>
                </c:pt>
                <c:pt idx="2">
                  <c:v>31.4954912555719</c:v>
                </c:pt>
                <c:pt idx="3">
                  <c:v>16.94232512982513</c:v>
                </c:pt>
                <c:pt idx="4">
                  <c:v>31.4954912555719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>31.4954912555719</c:v>
                </c:pt>
                <c:pt idx="1">
                  <c:v>31.4954912555719</c:v>
                </c:pt>
                <c:pt idx="2">
                  <c:v>31.4954912555719</c:v>
                </c:pt>
                <c:pt idx="3">
                  <c:v>31.4954912555719</c:v>
                </c:pt>
                <c:pt idx="4">
                  <c:v>31.4954912555719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10"/>
        <c:auto val="1"/>
        <c:lblAlgn val="ctr"/>
        <c:noMultiLvlLbl val="1"/>
        <c:majorUnit val="2"/>
      </c:valAx>
      <c:valAx>
        <c:axId val="2094734552"/>
        <c:scaling>
          <c:orientation val="minMax"/>
          <c:max val="40"/>
          <c:min val="1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1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15.48148148148148</c:v>
                </c:pt>
                <c:pt idx="1">
                  <c:v>14.962962962962964</c:v>
                </c:pt>
                <c:pt idx="2">
                  <c:v>35.48148148148148</c:v>
                </c:pt>
                <c:pt idx="3">
                  <c:v>22.296296296296294</c:v>
                </c:pt>
                <c:pt idx="4">
                  <c:v>22.296296296296294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15.48148148148148</c:v>
                </c:pt>
                <c:pt idx="1">
                  <c:v>14.962962962962964</c:v>
                </c:pt>
                <c:pt idx="2">
                  <c:v>35.48148148148148</c:v>
                </c:pt>
                <c:pt idx="3">
                  <c:v>22.296296296296294</c:v>
                </c:pt>
                <c:pt idx="4">
                  <c:v>22.296296296296294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15.48148148148148</c:v>
                </c:pt>
                <c:pt idx="1">
                  <c:v>14.962962962962964</c:v>
                </c:pt>
                <c:pt idx="2">
                  <c:v>14.962962962962964</c:v>
                </c:pt>
                <c:pt idx="3">
                  <c:v>15.259259259259258</c:v>
                </c:pt>
                <c:pt idx="4">
                  <c:v>23.111111111111114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>15.48148148148148</c:v>
                </c:pt>
                <c:pt idx="1">
                  <c:v>14.962962962962964</c:v>
                </c:pt>
                <c:pt idx="2">
                  <c:v>35.48148148148148</c:v>
                </c:pt>
                <c:pt idx="3">
                  <c:v>35.48148148148148</c:v>
                </c:pt>
                <c:pt idx="4">
                  <c:v>22.296296296296294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autoZero"/>
        <c:auto val="1"/>
        <c:lblAlgn val="ctr"/>
        <c:noMultiLvlLbl val="1"/>
        <c:majorUnit val="2"/>
      </c:val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20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29"/>
          <c:y val="0.05"/>
          <c:w val="0.68"/>
          <c:h val="0.7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loop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25.37313432835821</c:v>
                </c:pt>
                <c:pt idx="1">
                  <c:v>25.37313432835821</c:v>
                </c:pt>
                <c:pt idx="2">
                  <c:v>25.37313432835821</c:v>
                </c:pt>
                <c:pt idx="3">
                  <c:v>25.37313432835821</c:v>
                </c:pt>
                <c:pt idx="4">
                  <c:v>25.37313432835821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 direct</c:v>
                </c:pt>
              </c:strCache>
            </c:strRef>
          </c:tx>
          <c:spPr>
            <a:solidFill>
              <a:srgbClr val="2166AC"/>
            </a:solidFill>
            <a:ln w="27940" cap="flat">
              <a:solidFill>
                <a:srgbClr val="2166AC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2166AC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25.37313432835821</c:v>
                </c:pt>
                <c:pt idx="1">
                  <c:v>25.37313432835821</c:v>
                </c:pt>
                <c:pt idx="2">
                  <c:v>25.37313432835821</c:v>
                </c:pt>
                <c:pt idx="3">
                  <c:v>25.37313432835821</c:v>
                </c:pt>
                <c:pt idx="4">
                  <c:v>25.37313432835821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Luna loop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0">
                  <c:v>25.37313432835821</c:v>
                </c:pt>
                <c:pt idx="1">
                  <c:v>25.37313432835821</c:v>
                </c:pt>
                <c:pt idx="2">
                  <c:v>25.37313432835821</c:v>
                </c:pt>
                <c:pt idx="3">
                  <c:v>26.865671641791046</c:v>
                </c:pt>
                <c:pt idx="4">
                  <c:v>26.865671641791046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Luna direct</c:v>
                </c:pt>
              </c:strCache>
            </c:strRef>
          </c:tx>
          <c:spPr>
            <a:solidFill>
              <a:srgbClr val="B35806"/>
            </a:solidFill>
            <a:ln w="27940" cap="flat">
              <a:solidFill>
                <a:srgbClr val="B35806"/>
              </a:solidFill>
              <a:prstDash val="dash"/>
              <a:round/>
            </a:ln>
            <a:effectLst/>
          </c:spPr>
          <c:marker>
            <c:symbol val="x"/>
            <c:size val="5"/>
            <c:spPr>
              <a:noFill/>
              <a:ln w="161290000" cap="flat">
                <a:solidFill>
                  <a:srgbClr val="B3580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0">
                  <c:v>25.37313432835821</c:v>
                </c:pt>
                <c:pt idx="1">
                  <c:v>25.37313432835821</c:v>
                </c:pt>
                <c:pt idx="2">
                  <c:v>25.37313432835821</c:v>
                </c:pt>
                <c:pt idx="3">
                  <c:v>25.37313432835821</c:v>
                </c:pt>
                <c:pt idx="4">
                  <c:v>26.865671641791046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6"/>
          <c:min val="0"/>
        </c:scaling>
        <c:delete val="0"/>
        <c:axPos val="b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2"/>
        <c:crossesAt val="25"/>
        <c:auto val="1"/>
        <c:lblAlgn val="ctr"/>
        <c:noMultiLvlLbl val="1"/>
        <c:majorUnit val="2"/>
      </c:valAx>
      <c:valAx>
        <c:axId val="2094734552"/>
        <c:scaling>
          <c:orientation val="minMax"/>
          <c:max val="28"/>
          <c:min val="25"/>
        </c:scaling>
        <c:delete val="0"/>
        <c:axPos val="l"/>
        <c:majorGridlines>
          <c:spPr>
            <a:ln w="12700" cap="flat">
              <a:solidFill>
                <a:srgbClr val="D9DEE5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low"/>
        <c:spPr>
          <a:ln w="12700" cap="flat">
            <a:solidFill>
              <a:srgbClr val="111111"/>
            </a:solidFill>
            <a:prstDash val="solid"/>
            <a:round/>
          </a:ln>
        </c:spPr>
        <c:txPr>
          <a:bodyPr/>
          <a:lstStyle/>
          <a:p>
            <a:pPr>
              <a:defRPr sz="1280" b="0" i="0" u="none" strike="noStrike">
                <a:solidFill>
                  <a:srgbClr val="111111"/>
                </a:solidFill>
                <a:latin typeface="DejaVu Sans"/>
              </a:defRPr>
            </a:pPr>
            <a:endParaRPr lang="en-US"/>
          </a:p>
        </c:txPr>
        <c:crossAx val="2094734554"/>
        <c:crossesAt val="0"/>
        <c:crossBetween val="midCat"/>
        <c:majorUnit val="1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chart" Target="/ppt/charts/chart10.xml"/><Relationship Id="rId6" Type="http://schemas.openxmlformats.org/officeDocument/2006/relationships/chart" Target="/ppt/charts/chart11.xml"/><Relationship Id="rId7" Type="http://schemas.openxmlformats.org/officeDocument/2006/relationships/chart" Target="/ppt/charts/chart12.xml"/><Relationship Id="rId8" Type="http://schemas.openxmlformats.org/officeDocument/2006/relationships/chart" Target="/ppt/charts/chart13.xml"/><Relationship Id="rId9" Type="http://schemas.openxmlformats.org/officeDocument/2006/relationships/chart" Target="/ppt/charts/chart14.xml"/><Relationship Id="rId10" Type="http://schemas.openxmlformats.org/officeDocument/2006/relationships/chart" Target="/ppt/charts/chart15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577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DTI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AUROC ×100</a:t>
            </a:r>
            <a:endParaRPr lang="en-US" sz="144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92608" y="1033272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2596896" y="5577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Proteomics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 ×100</a:t>
            </a:r>
            <a:endParaRPr lang="en-US" sz="1440" dirty="0"/>
          </a:p>
        </p:txBody>
      </p:sp>
      <p:graphicFrame>
        <p:nvGraphicFramePr>
          <p:cNvPr id="5" name="Chart 1" descr=""/>
          <p:cNvGraphicFramePr/>
          <p:nvPr/>
        </p:nvGraphicFramePr>
        <p:xfrm>
          <a:off x="2231136" y="1033272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35424" y="5577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VCC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Top-1 ×100</a:t>
            </a:r>
            <a:endParaRPr lang="en-US" sz="1440" dirty="0"/>
          </a:p>
        </p:txBody>
      </p:sp>
      <p:graphicFrame>
        <p:nvGraphicFramePr>
          <p:cNvPr id="7" name="Chart 2" descr=""/>
          <p:cNvGraphicFramePr/>
          <p:nvPr/>
        </p:nvGraphicFramePr>
        <p:xfrm>
          <a:off x="4169664" y="1033272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6473952" y="5577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Norman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Top-1 ×100</a:t>
            </a:r>
            <a:endParaRPr lang="en-US" sz="1440" dirty="0"/>
          </a:p>
        </p:txBody>
      </p:sp>
      <p:graphicFrame>
        <p:nvGraphicFramePr>
          <p:cNvPr id="9" name="Chart 3" descr=""/>
          <p:cNvGraphicFramePr/>
          <p:nvPr/>
        </p:nvGraphicFramePr>
        <p:xfrm>
          <a:off x="6108192" y="1033272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 4"/>
          <p:cNvSpPr/>
          <p:nvPr/>
        </p:nvSpPr>
        <p:spPr>
          <a:xfrm>
            <a:off x="8412480" y="5577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Tahoe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Top-1 ×100</a:t>
            </a:r>
            <a:endParaRPr lang="en-US" sz="1440" dirty="0"/>
          </a:p>
        </p:txBody>
      </p:sp>
      <p:graphicFrame>
        <p:nvGraphicFramePr>
          <p:cNvPr id="11" name="Chart 4" descr=""/>
          <p:cNvGraphicFramePr/>
          <p:nvPr/>
        </p:nvGraphicFramePr>
        <p:xfrm>
          <a:off x="8046720" y="1033272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2" name="Chart 5" descr=""/>
          <p:cNvGraphicFramePr/>
          <p:nvPr/>
        </p:nvGraphicFramePr>
        <p:xfrm>
          <a:off x="292608" y="3145536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3" name="Chart 6" descr=""/>
          <p:cNvGraphicFramePr/>
          <p:nvPr/>
        </p:nvGraphicFramePr>
        <p:xfrm>
          <a:off x="2231136" y="3145536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14" name="Chart 7" descr=""/>
          <p:cNvGraphicFramePr/>
          <p:nvPr/>
        </p:nvGraphicFramePr>
        <p:xfrm>
          <a:off x="4169664" y="3145536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15" name="Chart 8" descr=""/>
          <p:cNvGraphicFramePr/>
          <p:nvPr/>
        </p:nvGraphicFramePr>
        <p:xfrm>
          <a:off x="6108192" y="3145536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16" name="Chart 9" descr=""/>
          <p:cNvGraphicFramePr/>
          <p:nvPr/>
        </p:nvGraphicFramePr>
        <p:xfrm>
          <a:off x="8046720" y="3145536"/>
          <a:ext cx="1938528" cy="18653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17" name="Shape 5"/>
          <p:cNvSpPr/>
          <p:nvPr/>
        </p:nvSpPr>
        <p:spPr>
          <a:xfrm>
            <a:off x="1690937" y="173736"/>
            <a:ext cx="384048" cy="0"/>
          </a:xfrm>
          <a:prstGeom prst="line">
            <a:avLst/>
          </a:prstGeom>
          <a:noFill/>
          <a:ln w="29210">
            <a:solidFill>
              <a:srgbClr val="2166AC"/>
            </a:solidFill>
            <a:prstDash val="dash"/>
          </a:ln>
        </p:spPr>
      </p:sp>
      <p:sp>
        <p:nvSpPr>
          <p:cNvPr id="18" name="Shape 6"/>
          <p:cNvSpPr/>
          <p:nvPr/>
        </p:nvSpPr>
        <p:spPr>
          <a:xfrm>
            <a:off x="1855529" y="132588"/>
            <a:ext cx="82296" cy="82296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</a:ln>
        </p:spPr>
      </p:sp>
      <p:sp>
        <p:nvSpPr>
          <p:cNvPr id="19" name="Shape 7"/>
          <p:cNvSpPr/>
          <p:nvPr/>
        </p:nvSpPr>
        <p:spPr>
          <a:xfrm>
            <a:off x="1855529" y="214884"/>
            <a:ext cx="82296" cy="-82296"/>
          </a:xfrm>
          <a:prstGeom prst="line">
            <a:avLst/>
          </a:prstGeom>
          <a:noFill/>
          <a:ln w="19050">
            <a:solidFill>
              <a:srgbClr val="2166AC"/>
            </a:solidFill>
            <a:prstDash val="solid"/>
          </a:ln>
        </p:spPr>
      </p:sp>
      <p:sp>
        <p:nvSpPr>
          <p:cNvPr id="20" name="Text 8"/>
          <p:cNvSpPr/>
          <p:nvPr/>
        </p:nvSpPr>
        <p:spPr>
          <a:xfrm>
            <a:off x="2148137" y="45720"/>
            <a:ext cx="11127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Qwen direct</a:t>
            </a:r>
            <a:endParaRPr lang="en-US" sz="1320" dirty="0"/>
          </a:p>
        </p:txBody>
      </p:sp>
      <p:sp>
        <p:nvSpPr>
          <p:cNvPr id="21" name="Shape 9"/>
          <p:cNvSpPr/>
          <p:nvPr/>
        </p:nvSpPr>
        <p:spPr>
          <a:xfrm>
            <a:off x="3516923" y="173736"/>
            <a:ext cx="384048" cy="0"/>
          </a:xfrm>
          <a:prstGeom prst="line">
            <a:avLst/>
          </a:prstGeom>
          <a:noFill/>
          <a:ln w="29210">
            <a:solidFill>
              <a:srgbClr val="2166AC"/>
            </a:solidFill>
            <a:prstDash val="solid"/>
          </a:ln>
        </p:spPr>
      </p:sp>
      <p:sp>
        <p:nvSpPr>
          <p:cNvPr id="22" name="Shape 10"/>
          <p:cNvSpPr/>
          <p:nvPr/>
        </p:nvSpPr>
        <p:spPr>
          <a:xfrm>
            <a:off x="3672371" y="137160"/>
            <a:ext cx="73152" cy="731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166AC"/>
            </a:solidFill>
            <a:prstDash val="solid"/>
          </a:ln>
        </p:spPr>
      </p:sp>
      <p:sp>
        <p:nvSpPr>
          <p:cNvPr id="23" name="Text 11"/>
          <p:cNvSpPr/>
          <p:nvPr/>
        </p:nvSpPr>
        <p:spPr>
          <a:xfrm>
            <a:off x="3974123" y="45720"/>
            <a:ext cx="92706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Qwen loop</a:t>
            </a:r>
            <a:endParaRPr lang="en-US" sz="1320" dirty="0"/>
          </a:p>
        </p:txBody>
      </p:sp>
      <p:sp>
        <p:nvSpPr>
          <p:cNvPr id="24" name="Shape 12"/>
          <p:cNvSpPr/>
          <p:nvPr/>
        </p:nvSpPr>
        <p:spPr>
          <a:xfrm>
            <a:off x="5157216" y="173736"/>
            <a:ext cx="384048" cy="0"/>
          </a:xfrm>
          <a:prstGeom prst="line">
            <a:avLst/>
          </a:prstGeom>
          <a:noFill/>
          <a:ln w="29210">
            <a:solidFill>
              <a:srgbClr val="B35806"/>
            </a:solidFill>
            <a:prstDash val="dash"/>
          </a:ln>
        </p:spPr>
      </p:sp>
      <p:sp>
        <p:nvSpPr>
          <p:cNvPr id="25" name="Shape 13"/>
          <p:cNvSpPr/>
          <p:nvPr/>
        </p:nvSpPr>
        <p:spPr>
          <a:xfrm>
            <a:off x="5321808" y="132588"/>
            <a:ext cx="82296" cy="82296"/>
          </a:xfrm>
          <a:prstGeom prst="line">
            <a:avLst/>
          </a:prstGeom>
          <a:noFill/>
          <a:ln w="19050">
            <a:solidFill>
              <a:srgbClr val="B35806"/>
            </a:solidFill>
            <a:prstDash val="solid"/>
          </a:ln>
        </p:spPr>
      </p:sp>
      <p:sp>
        <p:nvSpPr>
          <p:cNvPr id="26" name="Shape 14"/>
          <p:cNvSpPr/>
          <p:nvPr/>
        </p:nvSpPr>
        <p:spPr>
          <a:xfrm>
            <a:off x="5321808" y="214884"/>
            <a:ext cx="82296" cy="-82296"/>
          </a:xfrm>
          <a:prstGeom prst="line">
            <a:avLst/>
          </a:prstGeom>
          <a:noFill/>
          <a:ln w="19050">
            <a:solidFill>
              <a:srgbClr val="B35806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5614416" y="45720"/>
            <a:ext cx="11127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Luna direct</a:t>
            </a:r>
            <a:endParaRPr lang="en-US" sz="1320" dirty="0"/>
          </a:p>
        </p:txBody>
      </p:sp>
      <p:sp>
        <p:nvSpPr>
          <p:cNvPr id="28" name="Shape 16"/>
          <p:cNvSpPr/>
          <p:nvPr/>
        </p:nvSpPr>
        <p:spPr>
          <a:xfrm>
            <a:off x="6983202" y="173736"/>
            <a:ext cx="384048" cy="0"/>
          </a:xfrm>
          <a:prstGeom prst="line">
            <a:avLst/>
          </a:prstGeom>
          <a:noFill/>
          <a:ln w="29210">
            <a:solidFill>
              <a:srgbClr val="B35806"/>
            </a:solidFill>
            <a:prstDash val="solid"/>
          </a:ln>
        </p:spPr>
      </p:sp>
      <p:sp>
        <p:nvSpPr>
          <p:cNvPr id="29" name="Shape 17"/>
          <p:cNvSpPr/>
          <p:nvPr/>
        </p:nvSpPr>
        <p:spPr>
          <a:xfrm>
            <a:off x="7138650" y="137160"/>
            <a:ext cx="73152" cy="7315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B35806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7440402" y="45720"/>
            <a:ext cx="92706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Luna loop</a:t>
            </a:r>
            <a:endParaRPr lang="en-US" sz="1320" dirty="0"/>
          </a:p>
        </p:txBody>
      </p:sp>
      <p:sp>
        <p:nvSpPr>
          <p:cNvPr id="31" name="Text 19"/>
          <p:cNvSpPr/>
          <p:nvPr/>
        </p:nvSpPr>
        <p:spPr>
          <a:xfrm>
            <a:off x="27432" y="1325880"/>
            <a:ext cx="29260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Development</a:t>
            </a:r>
            <a:endParaRPr lang="en-US" sz="1420" dirty="0"/>
          </a:p>
        </p:txBody>
      </p:sp>
      <p:sp>
        <p:nvSpPr>
          <p:cNvPr id="32" name="Text 20"/>
          <p:cNvSpPr/>
          <p:nvPr/>
        </p:nvSpPr>
        <p:spPr>
          <a:xfrm>
            <a:off x="27432" y="3584448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42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Held-out</a:t>
            </a:r>
            <a:endParaRPr lang="en-US" sz="1420" dirty="0"/>
          </a:p>
        </p:txBody>
      </p:sp>
      <p:sp>
        <p:nvSpPr>
          <p:cNvPr id="33" name="Text 21"/>
          <p:cNvSpPr/>
          <p:nvPr/>
        </p:nvSpPr>
        <p:spPr>
          <a:xfrm>
            <a:off x="1828800" y="51206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Proposal slots (0 = initial design)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BioCoLoop editable result figure</dc:title>
  <dc:subject>Editable publication figure</dc:subject>
  <dc:creator>BioCoLoop authors</dc:creator>
  <cp:lastModifiedBy>BioCoLoop authors</cp:lastModifiedBy>
  <cp:revision>1</cp:revision>
  <dcterms:created xsi:type="dcterms:W3CDTF">2026-09-24T09:43:59Z</dcterms:created>
  <dcterms:modified xsi:type="dcterms:W3CDTF">2026-09-24T09:43:59Z</dcterms:modified>
</cp:coreProperties>
</file>