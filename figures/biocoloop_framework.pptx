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BED13-7CCF-482C-9563-E8E0C083E592}" v="1" dt="2026-09-23T08:48:34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fei LIAO 廖曼菲" userId="9804e21c-a01e-45f7-bdc1-f081067aebd4" providerId="ADAL" clId="{AAC22DD4-BF92-43BF-B3CF-C6E92DAD2866}"/>
    <pc:docChg chg="undo redo custSel modSld">
      <pc:chgData name="Manfei LIAO 廖曼菲" userId="9804e21c-a01e-45f7-bdc1-f081067aebd4" providerId="ADAL" clId="{AAC22DD4-BF92-43BF-B3CF-C6E92DAD2866}" dt="2026-09-23T08:57:19.897" v="212" actId="12789"/>
      <pc:docMkLst>
        <pc:docMk/>
      </pc:docMkLst>
      <pc:sldChg chg="addSp delSp modSp mod">
        <pc:chgData name="Manfei LIAO 廖曼菲" userId="9804e21c-a01e-45f7-bdc1-f081067aebd4" providerId="ADAL" clId="{AAC22DD4-BF92-43BF-B3CF-C6E92DAD2866}" dt="2026-09-23T08:57:19.897" v="212" actId="12789"/>
        <pc:sldMkLst>
          <pc:docMk/>
          <pc:sldMk cId="0" sldId="256"/>
        </pc:sldMkLst>
        <pc:spChg chg="mod">
          <ac:chgData name="Manfei LIAO 廖曼菲" userId="9804e21c-a01e-45f7-bdc1-f081067aebd4" providerId="ADAL" clId="{AAC22DD4-BF92-43BF-B3CF-C6E92DAD2866}" dt="2026-09-23T08:36:02.380" v="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35.465" v="145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37:01.613" v="1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34.165" v="67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39:47.017" v="47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42.227" v="69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56.677" v="72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3:06.233" v="75" actId="14100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20.028" v="207" actId="14100"/>
          <ac:spMkLst>
            <pc:docMk/>
            <pc:sldMk cId="0" sldId="256"/>
            <ac:spMk id="34" creationId="{00000000-0000-0000-0000-000000000000}"/>
          </ac:spMkLst>
        </pc:spChg>
        <pc:spChg chg="add del mod">
          <ac:chgData name="Manfei LIAO 廖曼菲" userId="9804e21c-a01e-45f7-bdc1-f081067aebd4" providerId="ADAL" clId="{AAC22DD4-BF92-43BF-B3CF-C6E92DAD2866}" dt="2026-09-23T08:48:35.501" v="124"/>
          <ac:spMkLst>
            <pc:docMk/>
            <pc:sldMk cId="0" sldId="256"/>
            <ac:spMk id="35" creationId="{E3BE4998-6025-99B6-54A6-2343200E68D3}"/>
          </ac:spMkLst>
        </pc:spChg>
        <pc:spChg chg="mod">
          <ac:chgData name="Manfei LIAO 廖曼菲" userId="9804e21c-a01e-45f7-bdc1-f081067aebd4" providerId="ADAL" clId="{AAC22DD4-BF92-43BF-B3CF-C6E92DAD2866}" dt="2026-09-23T08:43:36.754" v="81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02.603" v="83" actId="1410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00.041" v="92" actId="107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52.421" v="90" actId="1410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49.365" v="89" actId="14100"/>
          <ac:spMkLst>
            <pc:docMk/>
            <pc:sldMk cId="0" sldId="256"/>
            <ac:spMk id="6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44.344" v="88" actId="14100"/>
          <ac:spMkLst>
            <pc:docMk/>
            <pc:sldMk cId="0" sldId="256"/>
            <ac:spMk id="7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7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7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8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33.151" v="209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8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8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02.220" v="168" actId="12788"/>
          <ac:spMkLst>
            <pc:docMk/>
            <pc:sldMk cId="0" sldId="256"/>
            <ac:spMk id="9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00.710" v="204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2:44.976" v="165" actId="14100"/>
          <ac:spMkLst>
            <pc:docMk/>
            <pc:sldMk cId="0" sldId="256"/>
            <ac:spMk id="9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1:58.726" v="158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21.408" v="172" actId="14100"/>
          <ac:spMkLst>
            <pc:docMk/>
            <pc:sldMk cId="0" sldId="256"/>
            <ac:spMk id="9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02.220" v="168" actId="12788"/>
          <ac:spMkLst>
            <pc:docMk/>
            <pc:sldMk cId="0" sldId="256"/>
            <ac:spMk id="9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5:00.370" v="197" actId="14100"/>
          <ac:spMkLst>
            <pc:docMk/>
            <pc:sldMk cId="0" sldId="256"/>
            <ac:spMk id="9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5:49.346" v="203" actId="1076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4:55.560" v="195" actId="14100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57.333" v="211" actId="1076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4:50.868" v="193" actId="14100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49.999" v="210" actId="107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8:13.748" v="120" actId="1076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54.489" v="137" actId="1076"/>
          <ac:spMkLst>
            <pc:docMk/>
            <pc:sldMk cId="0" sldId="256"/>
            <ac:spMk id="108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01.221" v="138" actId="1076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11.444" v="129" actId="14100"/>
          <ac:spMkLst>
            <pc:docMk/>
            <pc:sldMk cId="0" sldId="256"/>
            <ac:spMk id="112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06.271" v="139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08.017" v="128" actId="1076"/>
          <ac:spMkLst>
            <pc:docMk/>
            <pc:sldMk cId="0" sldId="256"/>
            <ac:spMk id="116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16.459" v="140" actId="1076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166" creationId="{4F8C1CE0-E2C7-D094-11D0-962DF8ECEDBF}"/>
          </ac:spMkLst>
        </pc:sp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1" creationId="{872B8745-3FB9-AF6E-C496-65FE5319CC42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3" creationId="{AB8C4DA7-332B-3403-F1F9-2441D317E97D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7" creationId="{E95A3CB0-9AE8-CD23-322B-478DD46BB499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9" creationId="{0993EDFC-C007-B21C-47E8-76AA7F43AEA4}"/>
          </ac:picMkLst>
        </pc:picChg>
        <pc:picChg chg="mod">
          <ac:chgData name="Manfei LIAO 廖曼菲" userId="9804e21c-a01e-45f7-bdc1-f081067aebd4" providerId="ADAL" clId="{AAC22DD4-BF92-43BF-B3CF-C6E92DAD2866}" dt="2026-09-23T08:47:39.050" v="114" actId="1076"/>
          <ac:picMkLst>
            <pc:docMk/>
            <pc:sldMk cId="0" sldId="256"/>
            <ac:picMk id="152" creationId="{E28B8313-7C61-6E61-E772-35EFD343E9F7}"/>
          </ac:picMkLst>
        </pc:picChg>
        <pc:picChg chg="mod">
          <ac:chgData name="Manfei LIAO 廖曼菲" userId="9804e21c-a01e-45f7-bdc1-f081067aebd4" providerId="ADAL" clId="{AAC22DD4-BF92-43BF-B3CF-C6E92DAD2866}" dt="2026-09-23T08:47:20.442" v="111" actId="1076"/>
          <ac:picMkLst>
            <pc:docMk/>
            <pc:sldMk cId="0" sldId="256"/>
            <ac:picMk id="154" creationId="{60BD9571-5485-7064-F8D2-D7ACF5A023BC}"/>
          </ac:picMkLst>
        </pc:picChg>
        <pc:picChg chg="mod">
          <ac:chgData name="Manfei LIAO 廖曼菲" userId="9804e21c-a01e-45f7-bdc1-f081067aebd4" providerId="ADAL" clId="{AAC22DD4-BF92-43BF-B3CF-C6E92DAD2866}" dt="2026-09-23T08:47:15.581" v="110" actId="1076"/>
          <ac:picMkLst>
            <pc:docMk/>
            <pc:sldMk cId="0" sldId="256"/>
            <ac:picMk id="156" creationId="{1C94ABE8-1121-A641-CF72-8057BE2647B6}"/>
          </ac:picMkLst>
        </pc:picChg>
        <pc:picChg chg="mod">
          <ac:chgData name="Manfei LIAO 廖曼菲" userId="9804e21c-a01e-45f7-bdc1-f081067aebd4" providerId="ADAL" clId="{AAC22DD4-BF92-43BF-B3CF-C6E92DAD2866}" dt="2026-09-23T08:45:32.068" v="95" actId="1076"/>
          <ac:picMkLst>
            <pc:docMk/>
            <pc:sldMk cId="0" sldId="256"/>
            <ac:picMk id="158" creationId="{307A3256-3E6E-9D1D-B8F1-83C36A6BA800}"/>
          </ac:picMkLst>
        </pc:picChg>
        <pc:picChg chg="mod">
          <ac:chgData name="Manfei LIAO 廖曼菲" userId="9804e21c-a01e-45f7-bdc1-f081067aebd4" providerId="ADAL" clId="{AAC22DD4-BF92-43BF-B3CF-C6E92DAD2866}" dt="2026-09-23T08:46:17.990" v="102" actId="1076"/>
          <ac:picMkLst>
            <pc:docMk/>
            <pc:sldMk cId="0" sldId="256"/>
            <ac:picMk id="164" creationId="{D30555D0-C258-D6D2-B0ED-4D19513780F4}"/>
          </ac:picMkLst>
        </pc:picChg>
        <pc:picChg chg="mod">
          <ac:chgData name="Manfei LIAO 廖曼菲" userId="9804e21c-a01e-45f7-bdc1-f081067aebd4" providerId="ADAL" clId="{AAC22DD4-BF92-43BF-B3CF-C6E92DAD2866}" dt="2026-09-23T08:52:05.061" v="160" actId="1076"/>
          <ac:picMkLst>
            <pc:docMk/>
            <pc:sldMk cId="0" sldId="256"/>
            <ac:picMk id="170" creationId="{495E7EA2-B92C-187E-A880-4F85E73230BF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2" creationId="{AABEE9A0-AB31-00E6-9F38-B58541689B9A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4" creationId="{24E46BCA-B088-EA9D-D9D5-80D1E89F96A5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6" creationId="{188CFA71-2CB8-B4AB-0908-90BDD71E1BFC}"/>
          </ac:picMkLst>
        </pc:picChg>
        <pc:picChg chg="mod">
          <ac:chgData name="Manfei LIAO 廖曼菲" userId="9804e21c-a01e-45f7-bdc1-f081067aebd4" providerId="ADAL" clId="{AAC22DD4-BF92-43BF-B3CF-C6E92DAD2866}" dt="2026-09-23T08:50:20.932" v="141" actId="14100"/>
          <ac:picMkLst>
            <pc:docMk/>
            <pc:sldMk cId="0" sldId="256"/>
            <ac:picMk id="178" creationId="{1FA73C1C-B302-A86D-3E67-520FF628E14A}"/>
          </ac:picMkLst>
        </pc:picChg>
        <pc:picChg chg="mod">
          <ac:chgData name="Manfei LIAO 廖曼菲" userId="9804e21c-a01e-45f7-bdc1-f081067aebd4" providerId="ADAL" clId="{AAC22DD4-BF92-43BF-B3CF-C6E92DAD2866}" dt="2026-09-23T08:50:23.182" v="142" actId="14100"/>
          <ac:picMkLst>
            <pc:docMk/>
            <pc:sldMk cId="0" sldId="256"/>
            <ac:picMk id="180" creationId="{10210EEA-4191-8290-93C2-8956327CFAC0}"/>
          </ac:picMkLst>
        </pc:picChg>
        <pc:picChg chg="mod">
          <ac:chgData name="Manfei LIAO 廖曼菲" userId="9804e21c-a01e-45f7-bdc1-f081067aebd4" providerId="ADAL" clId="{AAC22DD4-BF92-43BF-B3CF-C6E92DAD2866}" dt="2026-09-23T08:50:26.317" v="143" actId="14100"/>
          <ac:picMkLst>
            <pc:docMk/>
            <pc:sldMk cId="0" sldId="256"/>
            <ac:picMk id="182" creationId="{5CDFD5E0-10EC-BD35-A161-FB83333C2740}"/>
          </ac:picMkLst>
        </pc:picChg>
        <pc:cxnChg chg="mod">
          <ac:chgData name="Manfei LIAO 廖曼菲" userId="9804e21c-a01e-45f7-bdc1-f081067aebd4" providerId="ADAL" clId="{AAC22DD4-BF92-43BF-B3CF-C6E92DAD2866}" dt="2026-09-23T08:50:57.802" v="148" actId="1076"/>
          <ac:cxnSpMkLst>
            <pc:docMk/>
            <pc:sldMk cId="0" sldId="256"/>
            <ac:cxnSpMk id="133" creationId="{858C5DFF-8D68-B2FE-82FC-E490722EDFCC}"/>
          </ac:cxnSpMkLst>
        </pc:cxnChg>
        <pc:cxnChg chg="mod">
          <ac:chgData name="Manfei LIAO 廖曼菲" userId="9804e21c-a01e-45f7-bdc1-f081067aebd4" providerId="ADAL" clId="{AAC22DD4-BF92-43BF-B3CF-C6E92DAD2866}" dt="2026-09-23T08:56:07.391" v="205" actId="14100"/>
          <ac:cxnSpMkLst>
            <pc:docMk/>
            <pc:sldMk cId="0" sldId="256"/>
            <ac:cxnSpMk id="134" creationId="{7649AE67-C852-39DE-76FE-C10D4815D55C}"/>
          </ac:cxnSpMkLst>
        </pc:cxnChg>
        <pc:cxnChg chg="mod">
          <ac:chgData name="Manfei LIAO 廖曼菲" userId="9804e21c-a01e-45f7-bdc1-f081067aebd4" providerId="ADAL" clId="{AAC22DD4-BF92-43BF-B3CF-C6E92DAD2866}" dt="2026-09-23T08:37:01.613" v="11" actId="1076"/>
          <ac:cxnSpMkLst>
            <pc:docMk/>
            <pc:sldMk cId="0" sldId="256"/>
            <ac:cxnSpMk id="137" creationId="{3877010F-99E2-8344-4AFC-37D4DE5A9996}"/>
          </ac:cxnSpMkLst>
        </pc:cxnChg>
        <pc:cxnChg chg="mod">
          <ac:chgData name="Manfei LIAO 廖曼菲" userId="9804e21c-a01e-45f7-bdc1-f081067aebd4" providerId="ADAL" clId="{AAC22DD4-BF92-43BF-B3CF-C6E92DAD2866}" dt="2026-09-23T08:44:44.344" v="88" actId="14100"/>
          <ac:cxnSpMkLst>
            <pc:docMk/>
            <pc:sldMk cId="0" sldId="256"/>
            <ac:cxnSpMk id="148" creationId="{C239298E-1A48-B091-8D87-6A9BA4909623}"/>
          </ac:cxnSpMkLst>
        </pc:cxnChg>
        <pc:cxnChg chg="mod">
          <ac:chgData name="Manfei LIAO 廖曼菲" userId="9804e21c-a01e-45f7-bdc1-f081067aebd4" providerId="ADAL" clId="{AAC22DD4-BF92-43BF-B3CF-C6E92DAD2866}" dt="2026-09-23T08:44:56.753" v="91" actId="14100"/>
          <ac:cxnSpMkLst>
            <pc:docMk/>
            <pc:sldMk cId="0" sldId="256"/>
            <ac:cxnSpMk id="149" creationId="{47DB89D4-FD37-EA63-8B64-E003B9BCE923}"/>
          </ac:cxnSpMkLst>
        </pc:cxnChg>
        <pc:cxnChg chg="mod">
          <ac:chgData name="Manfei LIAO 廖曼菲" userId="9804e21c-a01e-45f7-bdc1-f081067aebd4" providerId="ADAL" clId="{AAC22DD4-BF92-43BF-B3CF-C6E92DAD2866}" dt="2026-09-23T08:44:52.421" v="90" actId="14100"/>
          <ac:cxnSpMkLst>
            <pc:docMk/>
            <pc:sldMk cId="0" sldId="256"/>
            <ac:cxnSpMk id="150" creationId="{58962A68-A849-40A1-A3EC-E5A313D4A10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4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52400"/>
            <a:ext cx="8636000" cy="317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1118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BioCoLoop: Collaborative Evidence-Guided Research Framework</a:t>
            </a:r>
            <a:endParaRPr lang="en-US" sz="2100" dirty="0">
              <a:latin typeface="Carlito"/>
              <a:ea typeface="Carlito"/>
              <a:cs typeface="Carlit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566928"/>
            <a:ext cx="8814816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A51A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622300"/>
            <a:ext cx="43180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z="170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OUTER RESEARCH LOOP</a:t>
            </a:r>
            <a:endParaRPr lang="en-US" dirty="0" sz="1700">
              <a:latin typeface="Carlito"/>
              <a:ea typeface="Carlito"/>
              <a:cs typeface="Carlito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73700" y="660400"/>
            <a:ext cx="3238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Fixed research model (e.g., local LLM)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3192" y="1024128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1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①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4700" y="1117600"/>
            <a:ext cx="1117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Propose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496" y="1352203"/>
            <a:ext cx="777828" cy="2259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8352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hypothesize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22576" y="1039876"/>
            <a:ext cx="1581912" cy="962660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84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②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67000" y="1117600"/>
            <a:ext cx="11557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Instantiate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16588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executable design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70248" y="1040861"/>
            <a:ext cx="1545336" cy="961673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53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③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3900" y="1117600"/>
            <a:ext cx="12192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evaluate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10906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 &amp; assess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08776" y="1024128"/>
            <a:ext cx="1618488" cy="97840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38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④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02400" y="1117600"/>
            <a:ext cx="12573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Retain / revise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49434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 hypotheses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56816" y="1517954"/>
            <a:ext cx="388619" cy="0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900066" y="1525411"/>
            <a:ext cx="370182" cy="0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15585" y="1517953"/>
            <a:ext cx="365296" cy="7457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85627" y="1869249"/>
            <a:ext cx="0" cy="0"/>
          </a:xfrm>
          <a:prstGeom prst="line">
            <a:avLst/>
          </a:prstGeom>
          <a:noFill/>
          <a:ln w="12700">
            <a:solidFill>
              <a:srgbClr val="0A51A1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64592" y="2514597"/>
            <a:ext cx="7168896" cy="2747256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87A6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" name="Text 38"/>
          <p:cNvSpPr/>
          <p:nvPr/>
        </p:nvSpPr>
        <p:spPr>
          <a:xfrm>
            <a:off x="381000" y="2616200"/>
            <a:ext cx="64770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INNER COLLABORATIVE TRAINING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84048" y="2936390"/>
            <a:ext cx="6656832" cy="721210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87A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7700" y="3048000"/>
            <a:ext cx="35560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11827"/>
                </a:solidFill>
                <a:latin typeface="Carlito" panose="020B0004020202020204" pitchFamily="34" charset="0"/>
                <a:ea typeface="Carlito" pitchFamily="34" charset="-122"/>
                <a:cs typeface="Carlito" pitchFamily="34" charset="-120"/>
              </a:rPr>
              <a:t>Shared coordinator</a:t>
            </a:r>
            <a:endParaRPr lang="en-US" sz="1400" dirty="0">
              <a:latin typeface="Carlito" panose="020B0004020202020204" pitchFamily="34" charset="0"/>
              <a:ea typeface="Carlito"/>
              <a:cs typeface="Carlito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187700" y="3327400"/>
            <a:ext cx="36957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broadcast parameters  |  aggregate local updates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32200" y="3721100"/>
            <a:ext cx="2209800" cy="1778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87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updates / diagnostics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39" y="3949167"/>
            <a:ext cx="2103119" cy="945202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400" y="4000500"/>
            <a:ext cx="19431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1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937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32104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0414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636776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18542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496312" y="3949167"/>
            <a:ext cx="2142744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8100" y="4000500"/>
            <a:ext cx="19939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2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5908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008376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32512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813048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40259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846319" y="3949167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27600" y="4000500"/>
            <a:ext cx="20320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10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974336" y="4290778"/>
            <a:ext cx="2377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9657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5358384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55753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163056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3754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4613515" y="4299923"/>
            <a:ext cx="254507" cy="164591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87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...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371595" y="4898985"/>
            <a:ext cx="3" cy="231196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7040880" y="3392424"/>
            <a:ext cx="457200" cy="0"/>
          </a:xfrm>
          <a:prstGeom prst="line">
            <a:avLst/>
          </a:prstGeom>
          <a:noFill/>
          <a:ln w="1905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040879" y="4512832"/>
            <a:ext cx="448055" cy="13448"/>
          </a:xfrm>
          <a:prstGeom prst="line">
            <a:avLst/>
          </a:prstGeom>
          <a:noFill/>
          <a:ln w="1905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498080" y="2633471"/>
            <a:ext cx="1481328" cy="3952517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5B3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2700" y="2717800"/>
            <a:ext cx="12192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z="170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OUTPUTS</a:t>
            </a:r>
            <a:endParaRPr lang="en-US" dirty="0" sz="1700">
              <a:latin typeface="Carlito"/>
              <a:ea typeface="Carlito"/>
              <a:cs typeface="Carlito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576325" y="3028999"/>
            <a:ext cx="1324838" cy="116726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58100" y="3111500"/>
            <a:ext cx="1168400" cy="3302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Task-specific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fitted models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7591936" y="4290778"/>
            <a:ext cx="1293616" cy="220840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45400" y="4394200"/>
            <a:ext cx="1193800" cy="520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Reusable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computational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699248" y="4999736"/>
            <a:ext cx="1078992" cy="483765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89900" y="5156200"/>
            <a:ext cx="6477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699248" y="5527781"/>
            <a:ext cx="1078991" cy="442981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89900" y="5626100"/>
            <a:ext cx="6604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7699248" y="6026425"/>
            <a:ext cx="1078991" cy="402117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089900" y="6134100"/>
            <a:ext cx="6604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Policies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64592" y="5394961"/>
            <a:ext cx="7168896" cy="1277843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A51A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419100" y="5499100"/>
            <a:ext cx="67310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BIOLOGICAL VALIDATION SETTINGS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320041" y="5833872"/>
            <a:ext cx="2147230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79500" y="6235700"/>
            <a:ext cx="1333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molecule–protein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2622720" y="5833872"/>
            <a:ext cx="2221239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89300" y="6235700"/>
            <a:ext cx="1460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protein response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4935398" y="5833872"/>
            <a:ext cx="2237386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26100" y="6235700"/>
            <a:ext cx="14859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/ combination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pic>
        <p:nvPicPr>
          <p:cNvPr id="121" name="图片 120">
            <a:extLst>
              <a:ext uri="{FF2B5EF4-FFF2-40B4-BE49-F238E27FC236}">
                <ns2:creationId id="{872B8745-3FB9-AF6E-C496-65FE5319CC42}"/>
              </a:ext>
            </a:extLst>
          </p:cNvPr>
          <p:cNvPicPr>
            <a:picLocks noChangeAspect="1"/>
          </p:cNvPicPr>
          <p:nvPr/>
        </p:nvPicPr>
        <p:blipFill>
          <a:blip ns3:embed="rId3"/>
          <a:stretch>
            <a:fillRect/>
          </a:stretch>
        </p:blipFill>
        <p:spPr>
          <a:xfrm>
            <a:off x="881303" y="1345380"/>
            <a:ext cx="595250" cy="441638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ns2:creationId id="{AB8C4DA7-332B-3403-F1F9-2441D317E97D}"/>
              </a:ext>
            </a:extLst>
          </p:cNvPr>
          <p:cNvPicPr>
            <a:picLocks noChangeAspect="1"/>
          </p:cNvPicPr>
          <p:nvPr/>
        </p:nvPicPr>
        <p:blipFill>
          <a:blip ns3:embed="rId4"/>
          <a:stretch>
            <a:fillRect/>
          </a:stretch>
        </p:blipFill>
        <p:spPr>
          <a:xfrm>
            <a:off x="2861376" y="1303098"/>
            <a:ext cx="619186" cy="459396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ns2:creationId id="{E95A3CB0-9AE8-CD23-322B-478DD46BB499}"/>
              </a:ext>
            </a:extLst>
          </p:cNvPr>
          <p:cNvPicPr>
            <a:picLocks noChangeAspect="1"/>
          </p:cNvPicPr>
          <p:nvPr/>
        </p:nvPicPr>
        <p:blipFill>
          <a:blip ns3:embed="rId5"/>
          <a:stretch>
            <a:fillRect/>
          </a:stretch>
        </p:blipFill>
        <p:spPr>
          <a:xfrm>
            <a:off x="4654296" y="1300967"/>
            <a:ext cx="827604" cy="514456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ns2:creationId id="{0993EDFC-C007-B21C-47E8-76AA7F43AEA4}"/>
              </a:ext>
            </a:extLst>
          </p:cNvPr>
          <p:cNvPicPr>
            <a:picLocks noChangeAspect="1"/>
          </p:cNvPicPr>
          <p:nvPr/>
        </p:nvPicPr>
        <p:blipFill>
          <a:blip ns3:embed="rId6"/>
          <a:stretch>
            <a:fillRect/>
          </a:stretch>
        </p:blipFill>
        <p:spPr>
          <a:xfrm>
            <a:off x="6667848" y="1369873"/>
            <a:ext cx="685200" cy="406838"/>
          </a:xfrm>
          <a:prstGeom prst="rect">
            <a:avLst/>
          </a:prstGeom>
        </p:spPr>
      </p:pic>
      <p:cxnSp>
        <p:nvCxnSpPr>
          <p:cNvPr id="134" name="直接连接符 133">
            <a:extLst>
              <a:ext uri="{FF2B5EF4-FFF2-40B4-BE49-F238E27FC236}">
                <ns2:creationId id="{7649AE67-C852-39DE-76FE-C10D4815D55C}"/>
              </a:ext>
            </a:extLst>
          </p:cNvPr>
          <p:cNvCxnSpPr>
            <a:cxnSpLocks/>
          </p:cNvCxnSpPr>
          <p:nvPr/>
        </p:nvCxnSpPr>
        <p:spPr>
          <a:xfrm flipH="1" flipV="1">
            <a:off x="1175004" y="2366264"/>
            <a:ext cx="5674315" cy="1041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ns2:creationId id="{858C5DFF-8D68-B2FE-82FC-E490722EDFCC}"/>
              </a:ext>
            </a:extLst>
          </p:cNvPr>
          <p:cNvCxnSpPr>
            <a:cxnSpLocks/>
          </p:cNvCxnSpPr>
          <p:nvPr/>
        </p:nvCxnSpPr>
        <p:spPr>
          <a:xfrm>
            <a:off x="6849319" y="1997242"/>
            <a:ext cx="0" cy="35661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ns2:creationId id="{3877010F-99E2-8344-4AFC-37D4DE5A999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75004" y="2002536"/>
            <a:ext cx="0" cy="3200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triangle" w="lg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 32"/>
          <p:cNvSpPr/>
          <p:nvPr/>
        </p:nvSpPr>
        <p:spPr>
          <a:xfrm>
            <a:off x="2286000" y="2247900"/>
            <a:ext cx="3810000" cy="21590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1" dirty="0">
                <a:solidFill>
                  <a:srgbClr val="0A51A1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   </a:t>
            </a:r>
            <a:r>
              <a:rPr lang="en-US" sz="1250" i="1" dirty="0">
                <a:solidFill>
                  <a:srgbClr val="0A51A1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Aggregated diagnostic guide proposal refinement</a:t>
            </a:r>
            <a:endParaRPr lang="en-US" sz="1250" i="1" dirty="0">
              <a:latin typeface="Carlito" panose="020F0502020204030204" pitchFamily="34" charset="0"/>
              <a:ea typeface="Carlito" panose="020F0502020204030204" pitchFamily="34" charset="0"/>
              <a:cs typeface="Carlito" panose="020F0502020204030204" pitchFamily="34" charset="0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ns2:creationId id="{C239298E-1A48-B091-8D87-6A9BA4909623}"/>
              </a:ext>
            </a:extLst>
          </p:cNvPr>
          <p:cNvCxnSpPr>
            <a:cxnSpLocks/>
            <a:stCxn id="72" idx="0"/>
          </p:cNvCxnSpPr>
          <p:nvPr/>
        </p:nvCxnSpPr>
        <p:spPr>
          <a:xfrm flipV="1">
            <a:off x="5939026" y="3657600"/>
            <a:ext cx="0" cy="291567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ns2:creationId id="{47DB89D4-FD37-EA63-8B64-E003B9BCE923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3567684" y="3670901"/>
            <a:ext cx="0" cy="278266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ns2:creationId id="{58962A68-A849-40A1-A3EC-E5A313D4A10F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1371599" y="3657600"/>
            <a:ext cx="0" cy="291567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图片 151">
            <a:extLst>
              <a:ext uri="{FF2B5EF4-FFF2-40B4-BE49-F238E27FC236}">
                <ns2:creationId id="{E28B8313-7C61-6E61-E772-35EFD343E9F7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4966176" y="4229100"/>
            <a:ext cx="266700" cy="361950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ns2:creationId id="{60BD9571-5485-7064-F8D2-D7ACF5A023BC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2629876" y="4229100"/>
            <a:ext cx="266700" cy="361950"/>
          </a:xfrm>
          <a:prstGeom prst="rect">
            <a:avLst/>
          </a:prstGeom>
        </p:spPr>
      </p:pic>
      <p:pic>
        <p:nvPicPr>
          <p:cNvPr id="156" name="图片 155">
            <a:extLst>
              <a:ext uri="{FF2B5EF4-FFF2-40B4-BE49-F238E27FC236}">
                <ns2:creationId id="{1C94ABE8-1121-A641-CF72-8057BE2647B6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426380" y="4229100"/>
            <a:ext cx="266700" cy="361950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ns2:creationId id="{307A3256-3E6E-9D1D-B8F1-83C36A6BA800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1119376" y="4193169"/>
            <a:ext cx="517400" cy="378099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ns2:creationId id="{92A3842E-DD80-657A-436C-1A4DA967075C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3286254" y="4183167"/>
            <a:ext cx="544774" cy="398103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ns2:creationId id="{36378AA5-1E6E-A959-933F-F2B46D141C0B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5607471" y="4182567"/>
            <a:ext cx="546416" cy="399303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ns2:creationId id="{AA017917-8395-1CEF-3CA5-B2309443A2BF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1945820" y="4192318"/>
            <a:ext cx="356063" cy="379801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ns2:creationId id="{3FF619B6-A165-2CD4-8A71-4889618B24EA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4092224" y="4192326"/>
            <a:ext cx="356047" cy="379784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ns2:creationId id="{D30555D0-C258-D6D2-B0ED-4D19513780F4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6451632" y="4177886"/>
            <a:ext cx="383122" cy="408664"/>
          </a:xfrm>
          <a:prstGeom prst="rect">
            <a:avLst/>
          </a:prstGeom>
        </p:spPr>
      </p:pic>
      <p:sp>
        <p:nvSpPr>
          <p:cNvPr id="165" name="Shape 84">
            <a:extLst>
              <a:ext uri="{FF2B5EF4-FFF2-40B4-BE49-F238E27FC236}">
                <ns2:creationId id="{6D765E01-65B5-A547-D33C-7FE030D6E826}"/>
              </a:ext>
            </a:extLst>
          </p:cNvPr>
          <p:cNvSpPr/>
          <p:nvPr/>
        </p:nvSpPr>
        <p:spPr>
          <a:xfrm flipH="1">
            <a:off x="5914643" y="4898985"/>
            <a:ext cx="0" cy="203176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</p:sp>
      <p:sp>
        <p:nvSpPr>
          <p:cNvPr id="166" name="Shape 84">
            <a:extLst>
              <a:ext uri="{FF2B5EF4-FFF2-40B4-BE49-F238E27FC236}">
                <ns2:creationId id="{4F8C1CE0-E2C7-D094-11D0-962DF8ECEDBF}"/>
              </a:ext>
            </a:extLst>
          </p:cNvPr>
          <p:cNvSpPr/>
          <p:nvPr/>
        </p:nvSpPr>
        <p:spPr>
          <a:xfrm flipH="1">
            <a:off x="1362649" y="5102161"/>
            <a:ext cx="4543045" cy="28020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  <p:txBody>
          <a:bodyPr/>
          <a:lstStyle/>
          <a:p>
            <a:endParaRPr lang="zh-CN" alt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413000" y="5016500"/>
            <a:ext cx="2794000" cy="21590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i="1" dirty="0">
                <a:solidFill>
                  <a:srgbClr val="087A62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 Data stay local (collaborative learning)</a:t>
            </a:r>
            <a:endParaRPr lang="en-US" sz="1250" dirty="0">
              <a:latin typeface="Carlito" panose="020F0502020204030204" pitchFamily="34" charset="0"/>
              <a:ea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168" name="图片 167">
            <a:extLst>
              <a:ext uri="{FF2B5EF4-FFF2-40B4-BE49-F238E27FC236}">
                <ns2:creationId id="{1E1F7203-8900-15A7-8C33-8C99A79EC5A6}"/>
              </a:ext>
            </a:extLst>
          </p:cNvPr>
          <p:cNvPicPr>
            <a:picLocks noChangeAspect="1"/>
          </p:cNvPicPr>
          <p:nvPr/>
        </p:nvPicPr>
        <p:blipFill>
          <a:blip ns3:embed="rId10"/>
          <a:stretch>
            <a:fillRect/>
          </a:stretch>
        </p:blipFill>
        <p:spPr>
          <a:xfrm>
            <a:off x="2456578" y="3028999"/>
            <a:ext cx="628827" cy="564331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ns2:creationId id="{495E7EA2-B92C-187E-A880-4F85E73230BF}"/>
              </a:ext>
            </a:extLst>
          </p:cNvPr>
          <p:cNvPicPr>
            <a:picLocks noChangeAspect="1"/>
          </p:cNvPicPr>
          <p:nvPr/>
        </p:nvPicPr>
        <p:blipFill>
          <a:blip ns3:embed="rId11"/>
          <a:stretch>
            <a:fillRect/>
          </a:stretch>
        </p:blipFill>
        <p:spPr>
          <a:xfrm>
            <a:off x="7839898" y="3464314"/>
            <a:ext cx="797692" cy="686901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ns2:creationId id="{AABEE9A0-AB31-00E6-9F38-B58541689B9A}"/>
              </a:ext>
            </a:extLst>
          </p:cNvPr>
          <p:cNvPicPr>
            <a:picLocks noChangeAspect="1"/>
          </p:cNvPicPr>
          <p:nvPr/>
        </p:nvPicPr>
        <p:blipFill>
          <a:blip ns3:embed="rId12"/>
          <a:stretch>
            <a:fillRect/>
          </a:stretch>
        </p:blipFill>
        <p:spPr>
          <a:xfrm>
            <a:off x="7723088" y="5064121"/>
            <a:ext cx="334523" cy="327005"/>
          </a:xfrm>
          <a:prstGeom prst="rect">
            <a:avLst/>
          </a:prstGeom>
        </p:spPr>
      </p:pic>
      <p:pic>
        <p:nvPicPr>
          <p:cNvPr id="174" name="图片 173">
            <a:extLst>
              <a:ext uri="{FF2B5EF4-FFF2-40B4-BE49-F238E27FC236}">
                <ns2:creationId id="{24E46BCA-B088-EA9D-D9D5-80D1E89F96A5}"/>
              </a:ext>
            </a:extLst>
          </p:cNvPr>
          <p:cNvPicPr>
            <a:picLocks noChangeAspect="1"/>
          </p:cNvPicPr>
          <p:nvPr/>
        </p:nvPicPr>
        <p:blipFill>
          <a:blip ns3:embed="rId13"/>
          <a:srcRect l="13028" t="1900" r="10668" b="13890"/>
          <a:stretch>
            <a:fillRect/>
          </a:stretch>
        </p:blipFill>
        <p:spPr>
          <a:xfrm>
            <a:off x="7745948" y="5662497"/>
            <a:ext cx="288803" cy="189721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ns2:creationId id="{188CFA71-2CB8-B4AB-0908-90BDD71E1BFC}"/>
              </a:ext>
            </a:extLst>
          </p:cNvPr>
          <p:cNvPicPr>
            <a:picLocks noChangeAspect="1"/>
          </p:cNvPicPr>
          <p:nvPr/>
        </p:nvPicPr>
        <p:blipFill>
          <a:blip ns3:embed="rId14"/>
          <a:stretch>
            <a:fillRect/>
          </a:stretch>
        </p:blipFill>
        <p:spPr>
          <a:xfrm>
            <a:off x="7749271" y="6088194"/>
            <a:ext cx="282156" cy="29188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ns2:creationId id="{1FA73C1C-B302-A86D-3E67-520FF628E14A}"/>
              </a:ext>
            </a:extLst>
          </p:cNvPr>
          <p:cNvPicPr>
            <a:picLocks noChangeAspect="1"/>
          </p:cNvPicPr>
          <p:nvPr/>
        </p:nvPicPr>
        <p:blipFill>
          <a:blip ns3:embed="rId15"/>
          <a:stretch>
            <a:fillRect/>
          </a:stretch>
        </p:blipFill>
        <p:spPr>
          <a:xfrm>
            <a:off x="476043" y="5898835"/>
            <a:ext cx="530509" cy="538310"/>
          </a:xfrm>
          <a:prstGeom prst="rect">
            <a:avLst/>
          </a:prstGeom>
        </p:spPr>
      </p:pic>
      <p:pic>
        <p:nvPicPr>
          <p:cNvPr id="180" name="图片 179">
            <a:extLst>
              <a:ext uri="{FF2B5EF4-FFF2-40B4-BE49-F238E27FC236}">
                <ns2:creationId id="{10210EEA-4191-8290-93C2-8956327CFAC0}"/>
              </a:ext>
            </a:extLst>
          </p:cNvPr>
          <p:cNvPicPr>
            <a:picLocks noChangeAspect="1"/>
          </p:cNvPicPr>
          <p:nvPr/>
        </p:nvPicPr>
        <p:blipFill>
          <a:blip ns3:embed="rId16"/>
          <a:stretch>
            <a:fillRect/>
          </a:stretch>
        </p:blipFill>
        <p:spPr>
          <a:xfrm>
            <a:off x="2743306" y="5898325"/>
            <a:ext cx="539390" cy="539390"/>
          </a:xfrm>
          <a:prstGeom prst="rect">
            <a:avLst/>
          </a:prstGeom>
        </p:spPr>
      </p:pic>
      <p:pic>
        <p:nvPicPr>
          <p:cNvPr id="182" name="图片 181">
            <a:extLst>
              <a:ext uri="{FF2B5EF4-FFF2-40B4-BE49-F238E27FC236}">
                <ns2:creationId id="{5CDFD5E0-10EC-BD35-A161-FB83333C2740}"/>
              </a:ext>
            </a:extLst>
          </p:cNvPr>
          <p:cNvPicPr>
            <a:picLocks noChangeAspect="1"/>
          </p:cNvPicPr>
          <p:nvPr/>
        </p:nvPicPr>
        <p:blipFill>
          <a:blip ns3:embed="rId17"/>
          <a:stretch>
            <a:fillRect/>
          </a:stretch>
        </p:blipFill>
        <p:spPr>
          <a:xfrm>
            <a:off x="4979637" y="5905091"/>
            <a:ext cx="599564" cy="524619"/>
          </a:xfrm>
          <a:prstGeom prst="rect">
            <a:avLst/>
          </a:prstGeom>
        </p:spPr>
      </p:pic>
      <p:sp>
        <p:nvSpPr>
          <p:cNvPr id="110" name="Text 108"/>
          <p:cNvSpPr/>
          <p:nvPr/>
        </p:nvSpPr>
        <p:spPr>
          <a:xfrm>
            <a:off x="1104900" y="5956300"/>
            <a:ext cx="13081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DTI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3276600" y="5956300"/>
            <a:ext cx="15113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Proteomic efficacy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5638800" y="5956300"/>
            <a:ext cx="14859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Cell perturbations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127</Words>
  <Application>Microsoft Office PowerPoint</Application>
  <PresentationFormat>全屏显示(4:3)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Georgia</vt:lpstr>
      <vt:lpstr>Segoe UI Symbol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BioCoLoop: Collaborative Evidence-Guided Research Framework</dc:title>
  <dc:subject>BioCoLoop framework</dc:subject>
  <dc:creator>OpenAI</dc:creator>
  <cp:lastModifiedBy>Manfei LIAO 廖曼菲</cp:lastModifiedBy>
  <cp:revision>2</cp:revision>
  <dcterms:created xsi:type="dcterms:W3CDTF">2026-09-23T02:07:38Z</dcterms:created>
  <dcterms:modified xsi:type="dcterms:W3CDTF">2026-09-23T08:57:20Z</dcterms:modified>
</cp:coreProperties>
</file>